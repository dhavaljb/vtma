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</p:sldIdLst>
  <p:sldSz cy="7560000" cx="10692000"/>
  <p:notesSz cx="7560000" cy="10692000"/>
  <p:embeddedFontLst>
    <p:embeddedFont>
      <p:font typeface="Lora"/>
      <p:regular r:id="rId7"/>
      <p:bold r:id="rId8"/>
      <p:italic r:id="rId9"/>
      <p:boldItalic r:id="rId10"/>
    </p:embeddedFont>
    <p:embeddedFont>
      <p:font typeface="Mea Culpa"/>
      <p:regular r:id="rId1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pos="227">
          <p15:clr>
            <a:srgbClr val="747775"/>
          </p15:clr>
        </p15:guide>
        <p15:guide id="2" pos="6520">
          <p15:clr>
            <a:srgbClr val="747775"/>
          </p15:clr>
        </p15:guide>
        <p15:guide id="3" orient="horz" pos="227">
          <p15:clr>
            <a:srgbClr val="747775"/>
          </p15:clr>
        </p15:guide>
        <p15:guide id="4" orient="horz" pos="4535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27"/>
        <p:guide pos="6520"/>
        <p:guide pos="227" orient="horz"/>
        <p:guide pos="4535" orient="horz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11" Type="http://schemas.openxmlformats.org/officeDocument/2006/relationships/font" Target="fonts/MeaCulpa-regular.fntdata"/><Relationship Id="rId10" Type="http://schemas.openxmlformats.org/officeDocument/2006/relationships/font" Target="fonts/Lora-boldItalic.fntdata"/><Relationship Id="rId9" Type="http://schemas.openxmlformats.org/officeDocument/2006/relationships/font" Target="fonts/Lora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font" Target="fonts/Lora-regular.fntdata"/><Relationship Id="rId8" Type="http://schemas.openxmlformats.org/officeDocument/2006/relationships/font" Target="fonts/Lora-bold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004515" y="685800"/>
            <a:ext cx="48495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1004515" y="685800"/>
            <a:ext cx="48495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64478" y="1094388"/>
            <a:ext cx="9963000" cy="3016800"/>
          </a:xfrm>
          <a:prstGeom prst="rect">
            <a:avLst/>
          </a:prstGeom>
        </p:spPr>
        <p:txBody>
          <a:bodyPr anchorCtr="0" anchor="b" bIns="116050" lIns="116050" spcFirstLastPara="1" rIns="116050" wrap="square" tIns="11605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600"/>
              <a:buNone/>
              <a:defRPr sz="6600"/>
            </a:lvl1pPr>
            <a:lvl2pPr lvl="1" algn="ctr">
              <a:spcBef>
                <a:spcPts val="0"/>
              </a:spcBef>
              <a:spcAft>
                <a:spcPts val="0"/>
              </a:spcAft>
              <a:buSzPts val="6600"/>
              <a:buNone/>
              <a:defRPr sz="6600"/>
            </a:lvl2pPr>
            <a:lvl3pPr lvl="2" algn="ctr">
              <a:spcBef>
                <a:spcPts val="0"/>
              </a:spcBef>
              <a:spcAft>
                <a:spcPts val="0"/>
              </a:spcAft>
              <a:buSzPts val="6600"/>
              <a:buNone/>
              <a:defRPr sz="6600"/>
            </a:lvl3pPr>
            <a:lvl4pPr lvl="3" algn="ctr">
              <a:spcBef>
                <a:spcPts val="0"/>
              </a:spcBef>
              <a:spcAft>
                <a:spcPts val="0"/>
              </a:spcAft>
              <a:buSzPts val="6600"/>
              <a:buNone/>
              <a:defRPr sz="6600"/>
            </a:lvl4pPr>
            <a:lvl5pPr lvl="4" algn="ctr">
              <a:spcBef>
                <a:spcPts val="0"/>
              </a:spcBef>
              <a:spcAft>
                <a:spcPts val="0"/>
              </a:spcAft>
              <a:buSzPts val="6600"/>
              <a:buNone/>
              <a:defRPr sz="6600"/>
            </a:lvl5pPr>
            <a:lvl6pPr lvl="5" algn="ctr">
              <a:spcBef>
                <a:spcPts val="0"/>
              </a:spcBef>
              <a:spcAft>
                <a:spcPts val="0"/>
              </a:spcAft>
              <a:buSzPts val="6600"/>
              <a:buNone/>
              <a:defRPr sz="6600"/>
            </a:lvl6pPr>
            <a:lvl7pPr lvl="6" algn="ctr">
              <a:spcBef>
                <a:spcPts val="0"/>
              </a:spcBef>
              <a:spcAft>
                <a:spcPts val="0"/>
              </a:spcAft>
              <a:buSzPts val="6600"/>
              <a:buNone/>
              <a:defRPr sz="6600"/>
            </a:lvl7pPr>
            <a:lvl8pPr lvl="7" algn="ctr">
              <a:spcBef>
                <a:spcPts val="0"/>
              </a:spcBef>
              <a:spcAft>
                <a:spcPts val="0"/>
              </a:spcAft>
              <a:buSzPts val="6600"/>
              <a:buNone/>
              <a:defRPr sz="6600"/>
            </a:lvl8pPr>
            <a:lvl9pPr lvl="8" algn="ctr">
              <a:spcBef>
                <a:spcPts val="0"/>
              </a:spcBef>
              <a:spcAft>
                <a:spcPts val="0"/>
              </a:spcAft>
              <a:buSzPts val="6600"/>
              <a:buNone/>
              <a:defRPr sz="66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64468" y="4165643"/>
            <a:ext cx="9963000" cy="1164900"/>
          </a:xfrm>
          <a:prstGeom prst="rect">
            <a:avLst/>
          </a:prstGeom>
        </p:spPr>
        <p:txBody>
          <a:bodyPr anchorCtr="0" anchor="t" bIns="116050" lIns="116050" spcFirstLastPara="1" rIns="116050" wrap="square" tIns="11605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9906772" y="6854072"/>
            <a:ext cx="641700" cy="578400"/>
          </a:xfrm>
          <a:prstGeom prst="rect">
            <a:avLst/>
          </a:prstGeom>
        </p:spPr>
        <p:txBody>
          <a:bodyPr anchorCtr="0" anchor="ctr" bIns="116050" lIns="116050" spcFirstLastPara="1" rIns="116050" wrap="square" tIns="11605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64468" y="3161354"/>
            <a:ext cx="9963000" cy="1237200"/>
          </a:xfrm>
          <a:prstGeom prst="rect">
            <a:avLst/>
          </a:prstGeom>
        </p:spPr>
        <p:txBody>
          <a:bodyPr anchorCtr="0" anchor="ctr" bIns="116050" lIns="116050" spcFirstLastPara="1" rIns="116050" wrap="square" tIns="11605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1pPr>
            <a:lvl2pPr lvl="1" algn="ctr"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2pPr>
            <a:lvl3pPr lvl="2" algn="ctr"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3pPr>
            <a:lvl4pPr lvl="3" algn="ctr"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4pPr>
            <a:lvl5pPr lvl="4" algn="ctr"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5pPr>
            <a:lvl6pPr lvl="5" algn="ctr"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6pPr>
            <a:lvl7pPr lvl="6" algn="ctr"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7pPr>
            <a:lvl8pPr lvl="7" algn="ctr"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8pPr>
            <a:lvl9pPr lvl="8" algn="ctr"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9906772" y="6854072"/>
            <a:ext cx="641700" cy="578400"/>
          </a:xfrm>
          <a:prstGeom prst="rect">
            <a:avLst/>
          </a:prstGeom>
        </p:spPr>
        <p:txBody>
          <a:bodyPr anchorCtr="0" anchor="ctr" bIns="116050" lIns="116050" spcFirstLastPara="1" rIns="116050" wrap="square" tIns="11605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64468" y="654105"/>
            <a:ext cx="9963000" cy="841800"/>
          </a:xfrm>
          <a:prstGeom prst="rect">
            <a:avLst/>
          </a:prstGeom>
        </p:spPr>
        <p:txBody>
          <a:bodyPr anchorCtr="0" anchor="t" bIns="116050" lIns="116050" spcFirstLastPara="1" rIns="116050" wrap="square" tIns="11605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64468" y="1693927"/>
            <a:ext cx="9963000" cy="5021400"/>
          </a:xfrm>
          <a:prstGeom prst="rect">
            <a:avLst/>
          </a:prstGeom>
        </p:spPr>
        <p:txBody>
          <a:bodyPr anchorCtr="0" anchor="t" bIns="116050" lIns="116050" spcFirstLastPara="1" rIns="116050" wrap="square" tIns="116050">
            <a:normAutofit/>
          </a:bodyPr>
          <a:lstStyle>
            <a:lvl1pPr indent="-374650" lvl="0" marL="457200">
              <a:spcBef>
                <a:spcPts val="0"/>
              </a:spcBef>
              <a:spcAft>
                <a:spcPts val="0"/>
              </a:spcAft>
              <a:buSzPts val="2300"/>
              <a:buChar char="●"/>
              <a:defRPr/>
            </a:lvl1pPr>
            <a:lvl2pPr indent="-342900" lvl="1" marL="9144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9906772" y="6854072"/>
            <a:ext cx="641700" cy="578400"/>
          </a:xfrm>
          <a:prstGeom prst="rect">
            <a:avLst/>
          </a:prstGeom>
        </p:spPr>
        <p:txBody>
          <a:bodyPr anchorCtr="0" anchor="ctr" bIns="116050" lIns="116050" spcFirstLastPara="1" rIns="116050" wrap="square" tIns="11605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64468" y="654105"/>
            <a:ext cx="9963000" cy="841800"/>
          </a:xfrm>
          <a:prstGeom prst="rect">
            <a:avLst/>
          </a:prstGeom>
        </p:spPr>
        <p:txBody>
          <a:bodyPr anchorCtr="0" anchor="t" bIns="116050" lIns="116050" spcFirstLastPara="1" rIns="116050" wrap="square" tIns="11605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64468" y="1693927"/>
            <a:ext cx="4677000" cy="5021400"/>
          </a:xfrm>
          <a:prstGeom prst="rect">
            <a:avLst/>
          </a:prstGeom>
        </p:spPr>
        <p:txBody>
          <a:bodyPr anchorCtr="0" anchor="t" bIns="116050" lIns="116050" spcFirstLastPara="1" rIns="116050" wrap="square" tIns="11605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 sz="1800"/>
            </a:lvl1pPr>
            <a:lvl2pPr indent="-323850" lvl="1" marL="914400">
              <a:spcBef>
                <a:spcPts val="0"/>
              </a:spcBef>
              <a:spcAft>
                <a:spcPts val="0"/>
              </a:spcAft>
              <a:buSzPts val="1500"/>
              <a:buChar char="○"/>
              <a:defRPr sz="1500"/>
            </a:lvl2pPr>
            <a:lvl3pPr indent="-323850" lvl="2" marL="1371600">
              <a:spcBef>
                <a:spcPts val="0"/>
              </a:spcBef>
              <a:spcAft>
                <a:spcPts val="0"/>
              </a:spcAft>
              <a:buSzPts val="1500"/>
              <a:buChar char="■"/>
              <a:defRPr sz="1500"/>
            </a:lvl3pPr>
            <a:lvl4pPr indent="-323850" lvl="3" marL="1828800">
              <a:spcBef>
                <a:spcPts val="0"/>
              </a:spcBef>
              <a:spcAft>
                <a:spcPts val="0"/>
              </a:spcAft>
              <a:buSzPts val="1500"/>
              <a:buChar char="●"/>
              <a:defRPr sz="1500"/>
            </a:lvl4pPr>
            <a:lvl5pPr indent="-323850" lvl="4" marL="2286000">
              <a:spcBef>
                <a:spcPts val="0"/>
              </a:spcBef>
              <a:spcAft>
                <a:spcPts val="0"/>
              </a:spcAft>
              <a:buSzPts val="1500"/>
              <a:buChar char="○"/>
              <a:defRPr sz="1500"/>
            </a:lvl5pPr>
            <a:lvl6pPr indent="-323850" lvl="5" marL="2743200">
              <a:spcBef>
                <a:spcPts val="0"/>
              </a:spcBef>
              <a:spcAft>
                <a:spcPts val="0"/>
              </a:spcAft>
              <a:buSzPts val="1500"/>
              <a:buChar char="■"/>
              <a:defRPr sz="1500"/>
            </a:lvl6pPr>
            <a:lvl7pPr indent="-323850" lvl="6" marL="3200400">
              <a:spcBef>
                <a:spcPts val="0"/>
              </a:spcBef>
              <a:spcAft>
                <a:spcPts val="0"/>
              </a:spcAft>
              <a:buSzPts val="1500"/>
              <a:buChar char="●"/>
              <a:defRPr sz="1500"/>
            </a:lvl7pPr>
            <a:lvl8pPr indent="-323850" lvl="7" marL="3657600">
              <a:spcBef>
                <a:spcPts val="0"/>
              </a:spcBef>
              <a:spcAft>
                <a:spcPts val="0"/>
              </a:spcAft>
              <a:buSzPts val="1500"/>
              <a:buChar char="○"/>
              <a:defRPr sz="1500"/>
            </a:lvl8pPr>
            <a:lvl9pPr indent="-323850" lvl="8" marL="4114800">
              <a:spcBef>
                <a:spcPts val="0"/>
              </a:spcBef>
              <a:spcAft>
                <a:spcPts val="0"/>
              </a:spcAft>
              <a:buSzPts val="1500"/>
              <a:buChar char="■"/>
              <a:defRPr sz="15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5650483" y="1693927"/>
            <a:ext cx="4677000" cy="5021400"/>
          </a:xfrm>
          <a:prstGeom prst="rect">
            <a:avLst/>
          </a:prstGeom>
        </p:spPr>
        <p:txBody>
          <a:bodyPr anchorCtr="0" anchor="t" bIns="116050" lIns="116050" spcFirstLastPara="1" rIns="116050" wrap="square" tIns="11605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 sz="1800"/>
            </a:lvl1pPr>
            <a:lvl2pPr indent="-323850" lvl="1" marL="914400">
              <a:spcBef>
                <a:spcPts val="0"/>
              </a:spcBef>
              <a:spcAft>
                <a:spcPts val="0"/>
              </a:spcAft>
              <a:buSzPts val="1500"/>
              <a:buChar char="○"/>
              <a:defRPr sz="1500"/>
            </a:lvl2pPr>
            <a:lvl3pPr indent="-323850" lvl="2" marL="1371600">
              <a:spcBef>
                <a:spcPts val="0"/>
              </a:spcBef>
              <a:spcAft>
                <a:spcPts val="0"/>
              </a:spcAft>
              <a:buSzPts val="1500"/>
              <a:buChar char="■"/>
              <a:defRPr sz="1500"/>
            </a:lvl3pPr>
            <a:lvl4pPr indent="-323850" lvl="3" marL="1828800">
              <a:spcBef>
                <a:spcPts val="0"/>
              </a:spcBef>
              <a:spcAft>
                <a:spcPts val="0"/>
              </a:spcAft>
              <a:buSzPts val="1500"/>
              <a:buChar char="●"/>
              <a:defRPr sz="1500"/>
            </a:lvl4pPr>
            <a:lvl5pPr indent="-323850" lvl="4" marL="2286000">
              <a:spcBef>
                <a:spcPts val="0"/>
              </a:spcBef>
              <a:spcAft>
                <a:spcPts val="0"/>
              </a:spcAft>
              <a:buSzPts val="1500"/>
              <a:buChar char="○"/>
              <a:defRPr sz="1500"/>
            </a:lvl5pPr>
            <a:lvl6pPr indent="-323850" lvl="5" marL="2743200">
              <a:spcBef>
                <a:spcPts val="0"/>
              </a:spcBef>
              <a:spcAft>
                <a:spcPts val="0"/>
              </a:spcAft>
              <a:buSzPts val="1500"/>
              <a:buChar char="■"/>
              <a:defRPr sz="1500"/>
            </a:lvl6pPr>
            <a:lvl7pPr indent="-323850" lvl="6" marL="3200400">
              <a:spcBef>
                <a:spcPts val="0"/>
              </a:spcBef>
              <a:spcAft>
                <a:spcPts val="0"/>
              </a:spcAft>
              <a:buSzPts val="1500"/>
              <a:buChar char="●"/>
              <a:defRPr sz="1500"/>
            </a:lvl7pPr>
            <a:lvl8pPr indent="-323850" lvl="7" marL="3657600">
              <a:spcBef>
                <a:spcPts val="0"/>
              </a:spcBef>
              <a:spcAft>
                <a:spcPts val="0"/>
              </a:spcAft>
              <a:buSzPts val="1500"/>
              <a:buChar char="○"/>
              <a:defRPr sz="1500"/>
            </a:lvl8pPr>
            <a:lvl9pPr indent="-323850" lvl="8" marL="4114800">
              <a:spcBef>
                <a:spcPts val="0"/>
              </a:spcBef>
              <a:spcAft>
                <a:spcPts val="0"/>
              </a:spcAft>
              <a:buSzPts val="1500"/>
              <a:buChar char="■"/>
              <a:defRPr sz="15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9906772" y="6854072"/>
            <a:ext cx="641700" cy="578400"/>
          </a:xfrm>
          <a:prstGeom prst="rect">
            <a:avLst/>
          </a:prstGeom>
        </p:spPr>
        <p:txBody>
          <a:bodyPr anchorCtr="0" anchor="ctr" bIns="116050" lIns="116050" spcFirstLastPara="1" rIns="116050" wrap="square" tIns="11605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64468" y="654105"/>
            <a:ext cx="9963000" cy="841800"/>
          </a:xfrm>
          <a:prstGeom prst="rect">
            <a:avLst/>
          </a:prstGeom>
        </p:spPr>
        <p:txBody>
          <a:bodyPr anchorCtr="0" anchor="t" bIns="116050" lIns="116050" spcFirstLastPara="1" rIns="116050" wrap="square" tIns="11605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9906772" y="6854072"/>
            <a:ext cx="641700" cy="578400"/>
          </a:xfrm>
          <a:prstGeom prst="rect">
            <a:avLst/>
          </a:prstGeom>
        </p:spPr>
        <p:txBody>
          <a:bodyPr anchorCtr="0" anchor="ctr" bIns="116050" lIns="116050" spcFirstLastPara="1" rIns="116050" wrap="square" tIns="11605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64468" y="816630"/>
            <a:ext cx="3283500" cy="1110600"/>
          </a:xfrm>
          <a:prstGeom prst="rect">
            <a:avLst/>
          </a:prstGeom>
        </p:spPr>
        <p:txBody>
          <a:bodyPr anchorCtr="0" anchor="b" bIns="116050" lIns="116050" spcFirstLastPara="1" rIns="116050" wrap="square" tIns="11605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64468" y="2042457"/>
            <a:ext cx="3283500" cy="4673100"/>
          </a:xfrm>
          <a:prstGeom prst="rect">
            <a:avLst/>
          </a:prstGeom>
        </p:spPr>
        <p:txBody>
          <a:bodyPr anchorCtr="0" anchor="t" bIns="116050" lIns="116050" spcFirstLastPara="1" rIns="116050" wrap="square" tIns="116050">
            <a:normAutofit/>
          </a:bodyPr>
          <a:lstStyle>
            <a:lvl1pPr indent="-323850" lvl="0" marL="457200">
              <a:spcBef>
                <a:spcPts val="0"/>
              </a:spcBef>
              <a:spcAft>
                <a:spcPts val="0"/>
              </a:spcAft>
              <a:buSzPts val="1500"/>
              <a:buChar char="●"/>
              <a:defRPr sz="1500"/>
            </a:lvl1pPr>
            <a:lvl2pPr indent="-323850" lvl="1" marL="914400">
              <a:spcBef>
                <a:spcPts val="0"/>
              </a:spcBef>
              <a:spcAft>
                <a:spcPts val="0"/>
              </a:spcAft>
              <a:buSzPts val="1500"/>
              <a:buChar char="○"/>
              <a:defRPr sz="1500"/>
            </a:lvl2pPr>
            <a:lvl3pPr indent="-323850" lvl="2" marL="1371600">
              <a:spcBef>
                <a:spcPts val="0"/>
              </a:spcBef>
              <a:spcAft>
                <a:spcPts val="0"/>
              </a:spcAft>
              <a:buSzPts val="1500"/>
              <a:buChar char="■"/>
              <a:defRPr sz="1500"/>
            </a:lvl3pPr>
            <a:lvl4pPr indent="-323850" lvl="3" marL="1828800">
              <a:spcBef>
                <a:spcPts val="0"/>
              </a:spcBef>
              <a:spcAft>
                <a:spcPts val="0"/>
              </a:spcAft>
              <a:buSzPts val="1500"/>
              <a:buChar char="●"/>
              <a:defRPr sz="1500"/>
            </a:lvl4pPr>
            <a:lvl5pPr indent="-323850" lvl="4" marL="2286000">
              <a:spcBef>
                <a:spcPts val="0"/>
              </a:spcBef>
              <a:spcAft>
                <a:spcPts val="0"/>
              </a:spcAft>
              <a:buSzPts val="1500"/>
              <a:buChar char="○"/>
              <a:defRPr sz="1500"/>
            </a:lvl5pPr>
            <a:lvl6pPr indent="-323850" lvl="5" marL="2743200">
              <a:spcBef>
                <a:spcPts val="0"/>
              </a:spcBef>
              <a:spcAft>
                <a:spcPts val="0"/>
              </a:spcAft>
              <a:buSzPts val="1500"/>
              <a:buChar char="■"/>
              <a:defRPr sz="1500"/>
            </a:lvl6pPr>
            <a:lvl7pPr indent="-323850" lvl="6" marL="3200400">
              <a:spcBef>
                <a:spcPts val="0"/>
              </a:spcBef>
              <a:spcAft>
                <a:spcPts val="0"/>
              </a:spcAft>
              <a:buSzPts val="1500"/>
              <a:buChar char="●"/>
              <a:defRPr sz="1500"/>
            </a:lvl7pPr>
            <a:lvl8pPr indent="-323850" lvl="7" marL="3657600">
              <a:spcBef>
                <a:spcPts val="0"/>
              </a:spcBef>
              <a:spcAft>
                <a:spcPts val="0"/>
              </a:spcAft>
              <a:buSzPts val="1500"/>
              <a:buChar char="○"/>
              <a:defRPr sz="1500"/>
            </a:lvl8pPr>
            <a:lvl9pPr indent="-323850" lvl="8" marL="4114800">
              <a:spcBef>
                <a:spcPts val="0"/>
              </a:spcBef>
              <a:spcAft>
                <a:spcPts val="0"/>
              </a:spcAft>
              <a:buSzPts val="1500"/>
              <a:buChar char="■"/>
              <a:defRPr sz="15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9906772" y="6854072"/>
            <a:ext cx="641700" cy="578400"/>
          </a:xfrm>
          <a:prstGeom prst="rect">
            <a:avLst/>
          </a:prstGeom>
        </p:spPr>
        <p:txBody>
          <a:bodyPr anchorCtr="0" anchor="ctr" bIns="116050" lIns="116050" spcFirstLastPara="1" rIns="116050" wrap="square" tIns="11605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573245" y="661638"/>
            <a:ext cx="7445700" cy="6012600"/>
          </a:xfrm>
          <a:prstGeom prst="rect">
            <a:avLst/>
          </a:prstGeom>
        </p:spPr>
        <p:txBody>
          <a:bodyPr anchorCtr="0" anchor="ctr" bIns="116050" lIns="116050" spcFirstLastPara="1" rIns="116050" wrap="square" tIns="11605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100"/>
              <a:buNone/>
              <a:defRPr sz="6100"/>
            </a:lvl1pPr>
            <a:lvl2pPr lvl="1">
              <a:spcBef>
                <a:spcPts val="0"/>
              </a:spcBef>
              <a:spcAft>
                <a:spcPts val="0"/>
              </a:spcAft>
              <a:buSzPts val="6100"/>
              <a:buNone/>
              <a:defRPr sz="6100"/>
            </a:lvl2pPr>
            <a:lvl3pPr lvl="2">
              <a:spcBef>
                <a:spcPts val="0"/>
              </a:spcBef>
              <a:spcAft>
                <a:spcPts val="0"/>
              </a:spcAft>
              <a:buSzPts val="6100"/>
              <a:buNone/>
              <a:defRPr sz="6100"/>
            </a:lvl3pPr>
            <a:lvl4pPr lvl="3">
              <a:spcBef>
                <a:spcPts val="0"/>
              </a:spcBef>
              <a:spcAft>
                <a:spcPts val="0"/>
              </a:spcAft>
              <a:buSzPts val="6100"/>
              <a:buNone/>
              <a:defRPr sz="6100"/>
            </a:lvl4pPr>
            <a:lvl5pPr lvl="4">
              <a:spcBef>
                <a:spcPts val="0"/>
              </a:spcBef>
              <a:spcAft>
                <a:spcPts val="0"/>
              </a:spcAft>
              <a:buSzPts val="6100"/>
              <a:buNone/>
              <a:defRPr sz="6100"/>
            </a:lvl5pPr>
            <a:lvl6pPr lvl="5">
              <a:spcBef>
                <a:spcPts val="0"/>
              </a:spcBef>
              <a:spcAft>
                <a:spcPts val="0"/>
              </a:spcAft>
              <a:buSzPts val="6100"/>
              <a:buNone/>
              <a:defRPr sz="6100"/>
            </a:lvl6pPr>
            <a:lvl7pPr lvl="6">
              <a:spcBef>
                <a:spcPts val="0"/>
              </a:spcBef>
              <a:spcAft>
                <a:spcPts val="0"/>
              </a:spcAft>
              <a:buSzPts val="6100"/>
              <a:buNone/>
              <a:defRPr sz="6100"/>
            </a:lvl7pPr>
            <a:lvl8pPr lvl="7">
              <a:spcBef>
                <a:spcPts val="0"/>
              </a:spcBef>
              <a:spcAft>
                <a:spcPts val="0"/>
              </a:spcAft>
              <a:buSzPts val="6100"/>
              <a:buNone/>
              <a:defRPr sz="6100"/>
            </a:lvl8pPr>
            <a:lvl9pPr lvl="8">
              <a:spcBef>
                <a:spcPts val="0"/>
              </a:spcBef>
              <a:spcAft>
                <a:spcPts val="0"/>
              </a:spcAft>
              <a:buSzPts val="6100"/>
              <a:buNone/>
              <a:defRPr sz="61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9906772" y="6854072"/>
            <a:ext cx="641700" cy="578400"/>
          </a:xfrm>
          <a:prstGeom prst="rect">
            <a:avLst/>
          </a:prstGeom>
        </p:spPr>
        <p:txBody>
          <a:bodyPr anchorCtr="0" anchor="ctr" bIns="116050" lIns="116050" spcFirstLastPara="1" rIns="116050" wrap="square" tIns="11605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5346000" y="-184"/>
            <a:ext cx="5346000" cy="7560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116050" lIns="116050" spcFirstLastPara="1" rIns="116050" wrap="square" tIns="1160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310447" y="1812541"/>
            <a:ext cx="4730100" cy="2178600"/>
          </a:xfrm>
          <a:prstGeom prst="rect">
            <a:avLst/>
          </a:prstGeom>
        </p:spPr>
        <p:txBody>
          <a:bodyPr anchorCtr="0" anchor="b" bIns="116050" lIns="116050" spcFirstLastPara="1" rIns="116050" wrap="square" tIns="11605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1pPr>
            <a:lvl2pPr lvl="1" algn="ctr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2pPr>
            <a:lvl3pPr lvl="2" algn="ctr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3pPr>
            <a:lvl4pPr lvl="3" algn="ctr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4pPr>
            <a:lvl5pPr lvl="4" algn="ctr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5pPr>
            <a:lvl6pPr lvl="5" algn="ctr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6pPr>
            <a:lvl7pPr lvl="6" algn="ctr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7pPr>
            <a:lvl8pPr lvl="7" algn="ctr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8pPr>
            <a:lvl9pPr lvl="8" algn="ctr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310447" y="4120005"/>
            <a:ext cx="4730100" cy="1815300"/>
          </a:xfrm>
          <a:prstGeom prst="rect">
            <a:avLst/>
          </a:prstGeom>
        </p:spPr>
        <p:txBody>
          <a:bodyPr anchorCtr="0" anchor="t" bIns="116050" lIns="116050" spcFirstLastPara="1" rIns="116050" wrap="square" tIns="11605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5775715" y="1064257"/>
            <a:ext cx="4486500" cy="5431200"/>
          </a:xfrm>
          <a:prstGeom prst="rect">
            <a:avLst/>
          </a:prstGeom>
        </p:spPr>
        <p:txBody>
          <a:bodyPr anchorCtr="0" anchor="ctr" bIns="116050" lIns="116050" spcFirstLastPara="1" rIns="116050" wrap="square" tIns="116050">
            <a:normAutofit/>
          </a:bodyPr>
          <a:lstStyle>
            <a:lvl1pPr indent="-374650" lvl="0" marL="457200">
              <a:spcBef>
                <a:spcPts val="0"/>
              </a:spcBef>
              <a:spcAft>
                <a:spcPts val="0"/>
              </a:spcAft>
              <a:buSzPts val="2300"/>
              <a:buChar char="●"/>
              <a:defRPr/>
            </a:lvl1pPr>
            <a:lvl2pPr indent="-342900" lvl="1" marL="9144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9906772" y="6854072"/>
            <a:ext cx="641700" cy="578400"/>
          </a:xfrm>
          <a:prstGeom prst="rect">
            <a:avLst/>
          </a:prstGeom>
        </p:spPr>
        <p:txBody>
          <a:bodyPr anchorCtr="0" anchor="ctr" bIns="116050" lIns="116050" spcFirstLastPara="1" rIns="116050" wrap="square" tIns="11605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64468" y="6218168"/>
            <a:ext cx="7014300" cy="889500"/>
          </a:xfrm>
          <a:prstGeom prst="rect">
            <a:avLst/>
          </a:prstGeom>
        </p:spPr>
        <p:txBody>
          <a:bodyPr anchorCtr="0" anchor="ctr" bIns="116050" lIns="116050" spcFirstLastPara="1" rIns="116050" wrap="square" tIns="116050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9906772" y="6854072"/>
            <a:ext cx="641700" cy="578400"/>
          </a:xfrm>
          <a:prstGeom prst="rect">
            <a:avLst/>
          </a:prstGeom>
        </p:spPr>
        <p:txBody>
          <a:bodyPr anchorCtr="0" anchor="ctr" bIns="116050" lIns="116050" spcFirstLastPara="1" rIns="116050" wrap="square" tIns="11605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64468" y="1625801"/>
            <a:ext cx="9963000" cy="2886000"/>
          </a:xfrm>
          <a:prstGeom prst="rect">
            <a:avLst/>
          </a:prstGeom>
        </p:spPr>
        <p:txBody>
          <a:bodyPr anchorCtr="0" anchor="b" bIns="116050" lIns="116050" spcFirstLastPara="1" rIns="116050" wrap="square" tIns="11605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5200"/>
              <a:buNone/>
              <a:defRPr sz="1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15200"/>
              <a:buNone/>
              <a:defRPr sz="1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15200"/>
              <a:buNone/>
              <a:defRPr sz="1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15200"/>
              <a:buNone/>
              <a:defRPr sz="1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15200"/>
              <a:buNone/>
              <a:defRPr sz="1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15200"/>
              <a:buNone/>
              <a:defRPr sz="1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15200"/>
              <a:buNone/>
              <a:defRPr sz="1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15200"/>
              <a:buNone/>
              <a:defRPr sz="1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15200"/>
              <a:buNone/>
              <a:defRPr sz="152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64468" y="4633192"/>
            <a:ext cx="9963000" cy="1911900"/>
          </a:xfrm>
          <a:prstGeom prst="rect">
            <a:avLst/>
          </a:prstGeom>
        </p:spPr>
        <p:txBody>
          <a:bodyPr anchorCtr="0" anchor="t" bIns="116050" lIns="116050" spcFirstLastPara="1" rIns="116050" wrap="square" tIns="116050">
            <a:normAutofit/>
          </a:bodyPr>
          <a:lstStyle>
            <a:lvl1pPr indent="-374650" lvl="0" marL="457200" algn="ctr">
              <a:spcBef>
                <a:spcPts val="0"/>
              </a:spcBef>
              <a:spcAft>
                <a:spcPts val="0"/>
              </a:spcAft>
              <a:buSzPts val="2300"/>
              <a:buChar char="●"/>
              <a:defRPr/>
            </a:lvl1pPr>
            <a:lvl2pPr indent="-342900" lvl="1" marL="914400" algn="ctr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 algn="ctr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algn="ctr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algn="ctr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algn="ctr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algn="ctr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9906772" y="6854072"/>
            <a:ext cx="641700" cy="578400"/>
          </a:xfrm>
          <a:prstGeom prst="rect">
            <a:avLst/>
          </a:prstGeom>
        </p:spPr>
        <p:txBody>
          <a:bodyPr anchorCtr="0" anchor="ctr" bIns="116050" lIns="116050" spcFirstLastPara="1" rIns="116050" wrap="square" tIns="11605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9906772" y="6854072"/>
            <a:ext cx="641700" cy="578400"/>
          </a:xfrm>
          <a:prstGeom prst="rect">
            <a:avLst/>
          </a:prstGeom>
        </p:spPr>
        <p:txBody>
          <a:bodyPr anchorCtr="0" anchor="ctr" bIns="116050" lIns="116050" spcFirstLastPara="1" rIns="116050" wrap="square" tIns="11605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64468" y="654105"/>
            <a:ext cx="99630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t" bIns="116050" lIns="116050" spcFirstLastPara="1" rIns="116050" wrap="square" tIns="11605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64468" y="1693927"/>
            <a:ext cx="9963000" cy="5021400"/>
          </a:xfrm>
          <a:prstGeom prst="rect">
            <a:avLst/>
          </a:prstGeom>
          <a:noFill/>
          <a:ln>
            <a:noFill/>
          </a:ln>
        </p:spPr>
        <p:txBody>
          <a:bodyPr anchorCtr="0" anchor="t" bIns="116050" lIns="116050" spcFirstLastPara="1" rIns="116050" wrap="square" tIns="116050">
            <a:normAutofit/>
          </a:bodyPr>
          <a:lstStyle>
            <a:lvl1pPr indent="-3746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300"/>
              <a:buChar char="●"/>
              <a:defRPr sz="2300">
                <a:solidFill>
                  <a:schemeClr val="dk2"/>
                </a:solidFill>
              </a:defRPr>
            </a:lvl1pPr>
            <a:lvl2pPr indent="-3429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○"/>
              <a:defRPr sz="1800">
                <a:solidFill>
                  <a:schemeClr val="dk2"/>
                </a:solidFill>
              </a:defRPr>
            </a:lvl2pPr>
            <a:lvl3pPr indent="-3429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■"/>
              <a:defRPr sz="1800">
                <a:solidFill>
                  <a:schemeClr val="dk2"/>
                </a:solidFill>
              </a:defRPr>
            </a:lvl3pPr>
            <a:lvl4pPr indent="-3429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4pPr>
            <a:lvl5pPr indent="-3429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○"/>
              <a:defRPr sz="1800">
                <a:solidFill>
                  <a:schemeClr val="dk2"/>
                </a:solidFill>
              </a:defRPr>
            </a:lvl5pPr>
            <a:lvl6pPr indent="-3429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■"/>
              <a:defRPr sz="1800">
                <a:solidFill>
                  <a:schemeClr val="dk2"/>
                </a:solidFill>
              </a:defRPr>
            </a:lvl6pPr>
            <a:lvl7pPr indent="-3429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7pPr>
            <a:lvl8pPr indent="-3429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○"/>
              <a:defRPr sz="1800">
                <a:solidFill>
                  <a:schemeClr val="dk2"/>
                </a:solidFill>
              </a:defRPr>
            </a:lvl8pPr>
            <a:lvl9pPr indent="-3429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■"/>
              <a:defRPr sz="1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9906772" y="6854072"/>
            <a:ext cx="641700" cy="57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16050" lIns="116050" spcFirstLastPara="1" rIns="116050" wrap="square" tIns="116050">
            <a:normAutofit/>
          </a:bodyPr>
          <a:lstStyle>
            <a:lvl1pPr lvl="0" algn="r">
              <a:buNone/>
              <a:defRPr sz="1300">
                <a:solidFill>
                  <a:schemeClr val="dk2"/>
                </a:solidFill>
              </a:defRPr>
            </a:lvl1pPr>
            <a:lvl2pPr lvl="1" algn="r">
              <a:buNone/>
              <a:defRPr sz="1300">
                <a:solidFill>
                  <a:schemeClr val="dk2"/>
                </a:solidFill>
              </a:defRPr>
            </a:lvl2pPr>
            <a:lvl3pPr lvl="2" algn="r">
              <a:buNone/>
              <a:defRPr sz="1300">
                <a:solidFill>
                  <a:schemeClr val="dk2"/>
                </a:solidFill>
              </a:defRPr>
            </a:lvl3pPr>
            <a:lvl4pPr lvl="3" algn="r">
              <a:buNone/>
              <a:defRPr sz="1300">
                <a:solidFill>
                  <a:schemeClr val="dk2"/>
                </a:solidFill>
              </a:defRPr>
            </a:lvl4pPr>
            <a:lvl5pPr lvl="4" algn="r">
              <a:buNone/>
              <a:defRPr sz="1300">
                <a:solidFill>
                  <a:schemeClr val="dk2"/>
                </a:solidFill>
              </a:defRPr>
            </a:lvl5pPr>
            <a:lvl6pPr lvl="5" algn="r">
              <a:buNone/>
              <a:defRPr sz="1300">
                <a:solidFill>
                  <a:schemeClr val="dk2"/>
                </a:solidFill>
              </a:defRPr>
            </a:lvl6pPr>
            <a:lvl7pPr lvl="6" algn="r">
              <a:buNone/>
              <a:defRPr sz="1300">
                <a:solidFill>
                  <a:schemeClr val="dk2"/>
                </a:solidFill>
              </a:defRPr>
            </a:lvl7pPr>
            <a:lvl8pPr lvl="7" algn="r">
              <a:buNone/>
              <a:defRPr sz="1300">
                <a:solidFill>
                  <a:schemeClr val="dk2"/>
                </a:solidFill>
              </a:defRPr>
            </a:lvl8pPr>
            <a:lvl9pPr lvl="8" algn="r">
              <a:buNone/>
              <a:defRPr sz="13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png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1.png"/><Relationship Id="rId7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/>
          <p:nvPr/>
        </p:nvSpPr>
        <p:spPr>
          <a:xfrm>
            <a:off x="0" y="-62"/>
            <a:ext cx="10692000" cy="7559700"/>
          </a:xfrm>
          <a:prstGeom prst="rect">
            <a:avLst/>
          </a:prstGeom>
          <a:gradFill>
            <a:gsLst>
              <a:gs pos="0">
                <a:srgbClr val="B57B2D"/>
              </a:gs>
              <a:gs pos="20000">
                <a:srgbClr val="FCD951"/>
              </a:gs>
              <a:gs pos="46000">
                <a:srgbClr val="E5B238"/>
              </a:gs>
              <a:gs pos="73000">
                <a:srgbClr val="FCE381"/>
              </a:gs>
              <a:gs pos="100000">
                <a:srgbClr val="DDA733"/>
              </a:gs>
            </a:gsLst>
            <a:lin ang="2700006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55" name="Google Shape;55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4456600"/>
            <a:ext cx="5604702" cy="310297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6" name="Google Shape;56;p13"/>
          <p:cNvGrpSpPr/>
          <p:nvPr/>
        </p:nvGrpSpPr>
        <p:grpSpPr>
          <a:xfrm>
            <a:off x="360000" y="360000"/>
            <a:ext cx="9990150" cy="6840150"/>
            <a:chOff x="360000" y="360000"/>
            <a:chExt cx="9990150" cy="6840150"/>
          </a:xfrm>
        </p:grpSpPr>
        <p:sp>
          <p:nvSpPr>
            <p:cNvPr id="57" name="Google Shape;57;p13"/>
            <p:cNvSpPr/>
            <p:nvPr/>
          </p:nvSpPr>
          <p:spPr>
            <a:xfrm>
              <a:off x="363450" y="363450"/>
              <a:ext cx="9986700" cy="68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58" name="Google Shape;58;p1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360000" y="360000"/>
              <a:ext cx="9986698" cy="6836699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59" name="Google Shape;59;p1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58597" y="410132"/>
            <a:ext cx="2108375" cy="2682579"/>
          </a:xfrm>
          <a:prstGeom prst="rect">
            <a:avLst/>
          </a:prstGeom>
          <a:noFill/>
          <a:ln>
            <a:noFill/>
          </a:ln>
        </p:spPr>
      </p:pic>
      <p:sp>
        <p:nvSpPr>
          <p:cNvPr id="60" name="Google Shape;60;p13"/>
          <p:cNvSpPr txBox="1"/>
          <p:nvPr/>
        </p:nvSpPr>
        <p:spPr>
          <a:xfrm>
            <a:off x="2142750" y="649900"/>
            <a:ext cx="6406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uk" sz="1800">
                <a:latin typeface="Lora"/>
                <a:ea typeface="Lora"/>
                <a:cs typeface="Lora"/>
                <a:sym typeface="Lora"/>
              </a:rPr>
              <a:t>SHREE VIDYA INSTITUTE OF TECHNOLOGY</a:t>
            </a:r>
            <a:endParaRPr b="1" sz="1800"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61" name="Google Shape;61;p13"/>
          <p:cNvSpPr txBox="1"/>
          <p:nvPr/>
        </p:nvSpPr>
        <p:spPr>
          <a:xfrm>
            <a:off x="3196500" y="1501121"/>
            <a:ext cx="4299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uk" sz="2000">
                <a:latin typeface="Lora"/>
                <a:ea typeface="Lora"/>
                <a:cs typeface="Lora"/>
                <a:sym typeface="Lora"/>
              </a:rPr>
              <a:t>S C H O L A R S H I P  A W A R D</a:t>
            </a:r>
            <a:endParaRPr sz="2000"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62" name="Google Shape;62;p13"/>
          <p:cNvSpPr txBox="1"/>
          <p:nvPr/>
        </p:nvSpPr>
        <p:spPr>
          <a:xfrm>
            <a:off x="2586900" y="1827885"/>
            <a:ext cx="5518200" cy="116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uk" sz="6400">
                <a:latin typeface="Lora"/>
                <a:ea typeface="Lora"/>
                <a:cs typeface="Lora"/>
                <a:sym typeface="Lora"/>
              </a:rPr>
              <a:t>CERTIFICATE</a:t>
            </a:r>
            <a:endParaRPr sz="6400"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63" name="Google Shape;63;p13"/>
          <p:cNvSpPr txBox="1"/>
          <p:nvPr/>
        </p:nvSpPr>
        <p:spPr>
          <a:xfrm>
            <a:off x="3196500" y="2962818"/>
            <a:ext cx="4299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uk" sz="1800">
                <a:latin typeface="Lora"/>
                <a:ea typeface="Lora"/>
                <a:cs typeface="Lora"/>
                <a:sym typeface="Lora"/>
              </a:rPr>
              <a:t>This is to certify that</a:t>
            </a:r>
            <a:endParaRPr sz="1800"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64" name="Google Shape;64;p13"/>
          <p:cNvSpPr txBox="1"/>
          <p:nvPr/>
        </p:nvSpPr>
        <p:spPr>
          <a:xfrm>
            <a:off x="1903950" y="3425800"/>
            <a:ext cx="6884100" cy="107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uk" sz="5800">
                <a:latin typeface="Mea Culpa"/>
                <a:ea typeface="Mea Culpa"/>
                <a:cs typeface="Mea Culpa"/>
                <a:sym typeface="Mea Culpa"/>
              </a:rPr>
              <a:t>{{studentsName}}</a:t>
            </a:r>
            <a:endParaRPr sz="5800">
              <a:latin typeface="Mea Culpa"/>
              <a:ea typeface="Mea Culpa"/>
              <a:cs typeface="Mea Culpa"/>
              <a:sym typeface="Mea Culpa"/>
            </a:endParaRPr>
          </a:p>
        </p:txBody>
      </p:sp>
      <p:sp>
        <p:nvSpPr>
          <p:cNvPr id="65" name="Google Shape;65;p13"/>
          <p:cNvSpPr txBox="1"/>
          <p:nvPr/>
        </p:nvSpPr>
        <p:spPr>
          <a:xfrm>
            <a:off x="2341200" y="4677800"/>
            <a:ext cx="6009600" cy="62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1200">
                <a:latin typeface="Lora"/>
                <a:ea typeface="Lora"/>
                <a:cs typeface="Lora"/>
                <a:sym typeface="Lora"/>
              </a:rPr>
              <a:t>H</a:t>
            </a:r>
            <a:r>
              <a:rPr lang="uk" sz="1200">
                <a:latin typeface="Lora"/>
                <a:ea typeface="Lora"/>
                <a:cs typeface="Lora"/>
                <a:sym typeface="Lora"/>
              </a:rPr>
              <a:t>as been awarded the Academic Excellence Scholarship for outstanding academic achievement, leadership, and commitment to excellence.</a:t>
            </a:r>
            <a:endParaRPr sz="1200"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66" name="Google Shape;66;p13"/>
          <p:cNvSpPr txBox="1"/>
          <p:nvPr/>
        </p:nvSpPr>
        <p:spPr>
          <a:xfrm>
            <a:off x="2826600" y="5275747"/>
            <a:ext cx="50388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1700">
                <a:latin typeface="Lora"/>
                <a:ea typeface="Lora"/>
                <a:cs typeface="Lora"/>
                <a:sym typeface="Lora"/>
              </a:rPr>
              <a:t>Awarded on this {{easyGivenDate}}.</a:t>
            </a:r>
            <a:endParaRPr sz="1700">
              <a:latin typeface="Lora"/>
              <a:ea typeface="Lora"/>
              <a:cs typeface="Lora"/>
              <a:sym typeface="Lora"/>
            </a:endParaRPr>
          </a:p>
        </p:txBody>
      </p:sp>
      <p:grpSp>
        <p:nvGrpSpPr>
          <p:cNvPr id="67" name="Google Shape;67;p13"/>
          <p:cNvGrpSpPr/>
          <p:nvPr/>
        </p:nvGrpSpPr>
        <p:grpSpPr>
          <a:xfrm>
            <a:off x="1346917" y="6242850"/>
            <a:ext cx="7998167" cy="184800"/>
            <a:chOff x="1347122" y="6242850"/>
            <a:chExt cx="7998167" cy="184800"/>
          </a:xfrm>
        </p:grpSpPr>
        <p:sp>
          <p:nvSpPr>
            <p:cNvPr id="68" name="Google Shape;68;p13"/>
            <p:cNvSpPr txBox="1"/>
            <p:nvPr/>
          </p:nvSpPr>
          <p:spPr>
            <a:xfrm>
              <a:off x="1347122" y="6242850"/>
              <a:ext cx="2313000" cy="18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uk" sz="1200">
                  <a:latin typeface="Lora"/>
                  <a:ea typeface="Lora"/>
                  <a:cs typeface="Lora"/>
                  <a:sym typeface="Lora"/>
                </a:rPr>
                <a:t>DATE: {{gevenDate}}</a:t>
              </a:r>
              <a:endParaRPr sz="1200">
                <a:latin typeface="Lora"/>
                <a:ea typeface="Lora"/>
                <a:cs typeface="Lora"/>
                <a:sym typeface="Lora"/>
              </a:endParaRPr>
            </a:p>
          </p:txBody>
        </p:sp>
        <p:sp>
          <p:nvSpPr>
            <p:cNvPr id="69" name="Google Shape;69;p13"/>
            <p:cNvSpPr txBox="1"/>
            <p:nvPr/>
          </p:nvSpPr>
          <p:spPr>
            <a:xfrm>
              <a:off x="6673488" y="6242850"/>
              <a:ext cx="2671800" cy="18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r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uk" sz="1200">
                  <a:latin typeface="Lora"/>
                  <a:ea typeface="Lora"/>
                  <a:cs typeface="Lora"/>
                  <a:sym typeface="Lora"/>
                </a:rPr>
                <a:t>THE SCHOLARSHIP FOUNDATION</a:t>
              </a:r>
              <a:endParaRPr sz="1200">
                <a:latin typeface="Lora"/>
                <a:ea typeface="Lora"/>
                <a:cs typeface="Lora"/>
                <a:sym typeface="Lora"/>
              </a:endParaRPr>
            </a:p>
          </p:txBody>
        </p:sp>
      </p:grpSp>
      <p:pic>
        <p:nvPicPr>
          <p:cNvPr id="70" name="Google Shape;70;p13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393200" y="0"/>
            <a:ext cx="4299000" cy="2872070"/>
          </a:xfrm>
          <a:prstGeom prst="rect">
            <a:avLst/>
          </a:prstGeom>
          <a:noFill/>
          <a:ln>
            <a:noFill/>
          </a:ln>
        </p:spPr>
      </p:pic>
      <p:sp>
        <p:nvSpPr>
          <p:cNvPr id="71" name="Google Shape;71;p13"/>
          <p:cNvSpPr txBox="1"/>
          <p:nvPr/>
        </p:nvSpPr>
        <p:spPr>
          <a:xfrm>
            <a:off x="931439" y="1057190"/>
            <a:ext cx="1226400" cy="15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uk" sz="2900">
                <a:solidFill>
                  <a:srgbClr val="F1C232"/>
                </a:solidFill>
                <a:latin typeface="Lora"/>
                <a:ea typeface="Lora"/>
                <a:cs typeface="Lora"/>
                <a:sym typeface="Lora"/>
              </a:rPr>
              <a:t>{{givenyear}}</a:t>
            </a:r>
            <a:endParaRPr b="1" sz="2900">
              <a:solidFill>
                <a:srgbClr val="F1C232"/>
              </a:solidFill>
              <a:latin typeface="Lora"/>
              <a:ea typeface="Lora"/>
              <a:cs typeface="Lora"/>
              <a:sym typeface="Lora"/>
            </a:endParaRPr>
          </a:p>
        </p:txBody>
      </p:sp>
      <p:pic>
        <p:nvPicPr>
          <p:cNvPr id="72" name="Google Shape;72;p13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4453725" y="5546200"/>
            <a:ext cx="1543400" cy="1164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